
<file path=[Content_Types].xml><?xml version="1.0" encoding="utf-8"?>
<Types xmlns="http://schemas.openxmlformats.org/package/2006/content-types"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18288000" cy="10287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png" Type="http://schemas.openxmlformats.org/officeDocument/2006/relationships/image"/><Relationship Id="rId12" Target="../media/image11.png" Type="http://schemas.openxmlformats.org/officeDocument/2006/relationships/image"/><Relationship Id="rId13" Target="../media/image12.png" Type="http://schemas.openxmlformats.org/officeDocument/2006/relationships/image"/><Relationship Id="rId14" Target="../media/image13.png" Type="http://schemas.openxmlformats.org/officeDocument/2006/relationships/image"/><Relationship Id="rId15" Target="../media/image14.png" Type="http://schemas.openxmlformats.org/officeDocument/2006/relationships/image"/><Relationship Id="rId16" Target="../media/image15.png" Type="http://schemas.openxmlformats.org/officeDocument/2006/relationships/image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Relationship Id="rId8" Target="../media/image7.png" Type="http://schemas.openxmlformats.org/officeDocument/2006/relationships/image"/><Relationship Id="rId9" Target="../media/image8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4.png" Type="http://schemas.openxmlformats.org/officeDocument/2006/relationships/image"/><Relationship Id="rId11" Target="../media/image25.png" Type="http://schemas.openxmlformats.org/officeDocument/2006/relationships/image"/><Relationship Id="rId12" Target="../media/image26.png" Type="http://schemas.openxmlformats.org/officeDocument/2006/relationships/image"/><Relationship Id="rId13" Target="../media/image27.png" Type="http://schemas.openxmlformats.org/officeDocument/2006/relationships/image"/><Relationship Id="rId14" Target="../media/image28.png" Type="http://schemas.openxmlformats.org/officeDocument/2006/relationships/image"/><Relationship Id="rId15" Target="../media/image29.png" Type="http://schemas.openxmlformats.org/officeDocument/2006/relationships/image"/><Relationship Id="rId16" Target="../media/image30.png" Type="http://schemas.openxmlformats.org/officeDocument/2006/relationships/image"/><Relationship Id="rId17" Target="../media/image31.png" Type="http://schemas.openxmlformats.org/officeDocument/2006/relationships/image"/><Relationship Id="rId18" Target="../media/image32.png" Type="http://schemas.openxmlformats.org/officeDocument/2006/relationships/image"/><Relationship Id="rId2" Target="../media/image16.png" Type="http://schemas.openxmlformats.org/officeDocument/2006/relationships/image"/><Relationship Id="rId3" Target="../media/image17.png" Type="http://schemas.openxmlformats.org/officeDocument/2006/relationships/image"/><Relationship Id="rId4" Target="../media/image18.png" Type="http://schemas.openxmlformats.org/officeDocument/2006/relationships/image"/><Relationship Id="rId5" Target="../media/image19.png" Type="http://schemas.openxmlformats.org/officeDocument/2006/relationships/image"/><Relationship Id="rId6" Target="../media/image20.png" Type="http://schemas.openxmlformats.org/officeDocument/2006/relationships/image"/><Relationship Id="rId7" Target="../media/image21.png" Type="http://schemas.openxmlformats.org/officeDocument/2006/relationships/image"/><Relationship Id="rId8" Target="../media/image22.png" Type="http://schemas.openxmlformats.org/officeDocument/2006/relationships/image"/><Relationship Id="rId9" Target="../media/image23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4.png" Type="http://schemas.openxmlformats.org/officeDocument/2006/relationships/image"/><Relationship Id="rId11" Target="../media/image35.png" Type="http://schemas.openxmlformats.org/officeDocument/2006/relationships/image"/><Relationship Id="rId12" Target="../media/image36.png" Type="http://schemas.openxmlformats.org/officeDocument/2006/relationships/image"/><Relationship Id="rId13" Target="../media/image37.png" Type="http://schemas.openxmlformats.org/officeDocument/2006/relationships/image"/><Relationship Id="rId14" Target="../media/image38.png" Type="http://schemas.openxmlformats.org/officeDocument/2006/relationships/image"/><Relationship Id="rId15" Target="../media/image39.png" Type="http://schemas.openxmlformats.org/officeDocument/2006/relationships/image"/><Relationship Id="rId16" Target="../media/image40.png" Type="http://schemas.openxmlformats.org/officeDocument/2006/relationships/image"/><Relationship Id="rId17" Target="../media/image41.png" Type="http://schemas.openxmlformats.org/officeDocument/2006/relationships/image"/><Relationship Id="rId18" Target="../media/image42.png" Type="http://schemas.openxmlformats.org/officeDocument/2006/relationships/image"/><Relationship Id="rId19" Target="../media/image43.png" Type="http://schemas.openxmlformats.org/officeDocument/2006/relationships/image"/><Relationship Id="rId2" Target="../media/image16.png" Type="http://schemas.openxmlformats.org/officeDocument/2006/relationships/image"/><Relationship Id="rId20" Target="../media/image44.png" Type="http://schemas.openxmlformats.org/officeDocument/2006/relationships/image"/><Relationship Id="rId21" Target="../media/image45.png" Type="http://schemas.openxmlformats.org/officeDocument/2006/relationships/image"/><Relationship Id="rId3" Target="../media/image17.png" Type="http://schemas.openxmlformats.org/officeDocument/2006/relationships/image"/><Relationship Id="rId4" Target="../media/image18.png" Type="http://schemas.openxmlformats.org/officeDocument/2006/relationships/image"/><Relationship Id="rId5" Target="../media/image19.png" Type="http://schemas.openxmlformats.org/officeDocument/2006/relationships/image"/><Relationship Id="rId6" Target="../media/image20.png" Type="http://schemas.openxmlformats.org/officeDocument/2006/relationships/image"/><Relationship Id="rId7" Target="../media/image21.png" Type="http://schemas.openxmlformats.org/officeDocument/2006/relationships/image"/><Relationship Id="rId8" Target="../media/image22.png" Type="http://schemas.openxmlformats.org/officeDocument/2006/relationships/image"/><Relationship Id="rId9" Target="../media/image33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7.png" Type="http://schemas.openxmlformats.org/officeDocument/2006/relationships/image"/><Relationship Id="rId11" Target="../media/image48.png" Type="http://schemas.openxmlformats.org/officeDocument/2006/relationships/image"/><Relationship Id="rId12" Target="../media/image49.png" Type="http://schemas.openxmlformats.org/officeDocument/2006/relationships/image"/><Relationship Id="rId13" Target="../media/image50.png" Type="http://schemas.openxmlformats.org/officeDocument/2006/relationships/image"/><Relationship Id="rId14" Target="../media/image51.png" Type="http://schemas.openxmlformats.org/officeDocument/2006/relationships/image"/><Relationship Id="rId15" Target="../media/image52.png" Type="http://schemas.openxmlformats.org/officeDocument/2006/relationships/image"/><Relationship Id="rId16" Target="../media/image53.png" Type="http://schemas.openxmlformats.org/officeDocument/2006/relationships/image"/><Relationship Id="rId17" Target="../media/image54.png" Type="http://schemas.openxmlformats.org/officeDocument/2006/relationships/image"/><Relationship Id="rId18" Target="../media/image55.png" Type="http://schemas.openxmlformats.org/officeDocument/2006/relationships/image"/><Relationship Id="rId19" Target="../media/image56.png" Type="http://schemas.openxmlformats.org/officeDocument/2006/relationships/image"/><Relationship Id="rId2" Target="../media/image16.png" Type="http://schemas.openxmlformats.org/officeDocument/2006/relationships/image"/><Relationship Id="rId20" Target="../media/image57.png" Type="http://schemas.openxmlformats.org/officeDocument/2006/relationships/image"/><Relationship Id="rId3" Target="../media/image17.png" Type="http://schemas.openxmlformats.org/officeDocument/2006/relationships/image"/><Relationship Id="rId4" Target="../media/image18.png" Type="http://schemas.openxmlformats.org/officeDocument/2006/relationships/image"/><Relationship Id="rId5" Target="../media/image19.png" Type="http://schemas.openxmlformats.org/officeDocument/2006/relationships/image"/><Relationship Id="rId6" Target="../media/image20.png" Type="http://schemas.openxmlformats.org/officeDocument/2006/relationships/image"/><Relationship Id="rId7" Target="../media/image21.png" Type="http://schemas.openxmlformats.org/officeDocument/2006/relationships/image"/><Relationship Id="rId8" Target="../media/image22.png" Type="http://schemas.openxmlformats.org/officeDocument/2006/relationships/image"/><Relationship Id="rId9" Target="../media/image46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8.png" Type="http://schemas.openxmlformats.org/officeDocument/2006/relationships/image"/><Relationship Id="rId11" Target="../media/image35.png" Type="http://schemas.openxmlformats.org/officeDocument/2006/relationships/image"/><Relationship Id="rId12" Target="../media/image59.png" Type="http://schemas.openxmlformats.org/officeDocument/2006/relationships/image"/><Relationship Id="rId13" Target="../media/image60.png" Type="http://schemas.openxmlformats.org/officeDocument/2006/relationships/image"/><Relationship Id="rId14" Target="../media/image61.png" Type="http://schemas.openxmlformats.org/officeDocument/2006/relationships/image"/><Relationship Id="rId15" Target="../media/image62.png" Type="http://schemas.openxmlformats.org/officeDocument/2006/relationships/image"/><Relationship Id="rId16" Target="../media/image63.png" Type="http://schemas.openxmlformats.org/officeDocument/2006/relationships/image"/><Relationship Id="rId17" Target="../media/image64.png" Type="http://schemas.openxmlformats.org/officeDocument/2006/relationships/image"/><Relationship Id="rId18" Target="../media/image65.png" Type="http://schemas.openxmlformats.org/officeDocument/2006/relationships/image"/><Relationship Id="rId19" Target="../media/image66.png" Type="http://schemas.openxmlformats.org/officeDocument/2006/relationships/image"/><Relationship Id="rId2" Target="../media/image16.png" Type="http://schemas.openxmlformats.org/officeDocument/2006/relationships/image"/><Relationship Id="rId20" Target="../media/image67.png" Type="http://schemas.openxmlformats.org/officeDocument/2006/relationships/image"/><Relationship Id="rId21" Target="../media/image68.png" Type="http://schemas.openxmlformats.org/officeDocument/2006/relationships/image"/><Relationship Id="rId22" Target="../media/image69.png" Type="http://schemas.openxmlformats.org/officeDocument/2006/relationships/image"/><Relationship Id="rId23" Target="../media/image70.png" Type="http://schemas.openxmlformats.org/officeDocument/2006/relationships/image"/><Relationship Id="rId3" Target="../media/image17.png" Type="http://schemas.openxmlformats.org/officeDocument/2006/relationships/image"/><Relationship Id="rId4" Target="../media/image18.png" Type="http://schemas.openxmlformats.org/officeDocument/2006/relationships/image"/><Relationship Id="rId5" Target="../media/image19.png" Type="http://schemas.openxmlformats.org/officeDocument/2006/relationships/image"/><Relationship Id="rId6" Target="../media/image20.png" Type="http://schemas.openxmlformats.org/officeDocument/2006/relationships/image"/><Relationship Id="rId7" Target="../media/image21.png" Type="http://schemas.openxmlformats.org/officeDocument/2006/relationships/image"/><Relationship Id="rId8" Target="../media/image22.png" Type="http://schemas.openxmlformats.org/officeDocument/2006/relationships/image"/><Relationship Id="rId9" Target="../media/image33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72.png" Type="http://schemas.openxmlformats.org/officeDocument/2006/relationships/image"/><Relationship Id="rId11" Target="../media/image73.png" Type="http://schemas.openxmlformats.org/officeDocument/2006/relationships/image"/><Relationship Id="rId12" Target="../media/image74.png" Type="http://schemas.openxmlformats.org/officeDocument/2006/relationships/image"/><Relationship Id="rId13" Target="../media/image75.png" Type="http://schemas.openxmlformats.org/officeDocument/2006/relationships/image"/><Relationship Id="rId14" Target="../media/image76.png" Type="http://schemas.openxmlformats.org/officeDocument/2006/relationships/image"/><Relationship Id="rId15" Target="../media/image77.png" Type="http://schemas.openxmlformats.org/officeDocument/2006/relationships/image"/><Relationship Id="rId16" Target="../media/image78.png" Type="http://schemas.openxmlformats.org/officeDocument/2006/relationships/image"/><Relationship Id="rId2" Target="../media/image16.png" Type="http://schemas.openxmlformats.org/officeDocument/2006/relationships/image"/><Relationship Id="rId3" Target="../media/image17.png" Type="http://schemas.openxmlformats.org/officeDocument/2006/relationships/image"/><Relationship Id="rId4" Target="../media/image18.png" Type="http://schemas.openxmlformats.org/officeDocument/2006/relationships/image"/><Relationship Id="rId5" Target="../media/image19.png" Type="http://schemas.openxmlformats.org/officeDocument/2006/relationships/image"/><Relationship Id="rId6" Target="../media/image20.png" Type="http://schemas.openxmlformats.org/officeDocument/2006/relationships/image"/><Relationship Id="rId7" Target="../media/image21.png" Type="http://schemas.openxmlformats.org/officeDocument/2006/relationships/image"/><Relationship Id="rId8" Target="../media/image22.png" Type="http://schemas.openxmlformats.org/officeDocument/2006/relationships/image"/><Relationship Id="rId9" Target="../media/image71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80.png" Type="http://schemas.openxmlformats.org/officeDocument/2006/relationships/image"/><Relationship Id="rId11" Target="../media/image81.png" Type="http://schemas.openxmlformats.org/officeDocument/2006/relationships/image"/><Relationship Id="rId12" Target="../media/image82.png" Type="http://schemas.openxmlformats.org/officeDocument/2006/relationships/image"/><Relationship Id="rId13" Target="../media/image83.png" Type="http://schemas.openxmlformats.org/officeDocument/2006/relationships/image"/><Relationship Id="rId14" Target="../media/image84.png" Type="http://schemas.openxmlformats.org/officeDocument/2006/relationships/image"/><Relationship Id="rId15" Target="../media/image85.png" Type="http://schemas.openxmlformats.org/officeDocument/2006/relationships/image"/><Relationship Id="rId16" Target="../media/image86.png" Type="http://schemas.openxmlformats.org/officeDocument/2006/relationships/image"/><Relationship Id="rId17" Target="../media/image87.png" Type="http://schemas.openxmlformats.org/officeDocument/2006/relationships/image"/><Relationship Id="rId18" Target="../media/image88.png" Type="http://schemas.openxmlformats.org/officeDocument/2006/relationships/image"/><Relationship Id="rId19" Target="../media/image89.png" Type="http://schemas.openxmlformats.org/officeDocument/2006/relationships/image"/><Relationship Id="rId2" Target="../media/image16.png" Type="http://schemas.openxmlformats.org/officeDocument/2006/relationships/image"/><Relationship Id="rId20" Target="../media/image90.png" Type="http://schemas.openxmlformats.org/officeDocument/2006/relationships/image"/><Relationship Id="rId21" Target="../media/image91.png" Type="http://schemas.openxmlformats.org/officeDocument/2006/relationships/image"/><Relationship Id="rId22" Target="../media/image92.png" Type="http://schemas.openxmlformats.org/officeDocument/2006/relationships/image"/><Relationship Id="rId3" Target="../media/image17.png" Type="http://schemas.openxmlformats.org/officeDocument/2006/relationships/image"/><Relationship Id="rId4" Target="../media/image18.png" Type="http://schemas.openxmlformats.org/officeDocument/2006/relationships/image"/><Relationship Id="rId5" Target="../media/image19.png" Type="http://schemas.openxmlformats.org/officeDocument/2006/relationships/image"/><Relationship Id="rId6" Target="../media/image20.png" Type="http://schemas.openxmlformats.org/officeDocument/2006/relationships/image"/><Relationship Id="rId7" Target="../media/image21.png" Type="http://schemas.openxmlformats.org/officeDocument/2006/relationships/image"/><Relationship Id="rId8" Target="../media/image22.png" Type="http://schemas.openxmlformats.org/officeDocument/2006/relationships/image"/><Relationship Id="rId9" Target="../media/image79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4.png" Type="http://schemas.openxmlformats.org/officeDocument/2006/relationships/image"/><Relationship Id="rId11" Target="../media/image95.png" Type="http://schemas.openxmlformats.org/officeDocument/2006/relationships/image"/><Relationship Id="rId12" Target="../media/image96.png" Type="http://schemas.openxmlformats.org/officeDocument/2006/relationships/image"/><Relationship Id="rId13" Target="../media/image97.png" Type="http://schemas.openxmlformats.org/officeDocument/2006/relationships/image"/><Relationship Id="rId2" Target="../media/image16.png" Type="http://schemas.openxmlformats.org/officeDocument/2006/relationships/image"/><Relationship Id="rId3" Target="../media/image17.png" Type="http://schemas.openxmlformats.org/officeDocument/2006/relationships/image"/><Relationship Id="rId4" Target="../media/image18.png" Type="http://schemas.openxmlformats.org/officeDocument/2006/relationships/image"/><Relationship Id="rId5" Target="../media/image19.png" Type="http://schemas.openxmlformats.org/officeDocument/2006/relationships/image"/><Relationship Id="rId6" Target="../media/image20.png" Type="http://schemas.openxmlformats.org/officeDocument/2006/relationships/image"/><Relationship Id="rId7" Target="../media/image21.png" Type="http://schemas.openxmlformats.org/officeDocument/2006/relationships/image"/><Relationship Id="rId8" Target="../media/image22.png" Type="http://schemas.openxmlformats.org/officeDocument/2006/relationships/image"/><Relationship Id="rId9" Target="../media/image93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FDF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0"/>
            <a:ext cx="18288000" cy="10287000"/>
          </a:xfrm>
          <a:prstGeom prst="rect">
            <a:avLst/>
          </a:prstGeom>
        </p:spPr>
      </p:pic>
      <p:grpSp>
        <p:nvGrpSpPr>
          <p:cNvPr name="Group 3" id="3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-6692900" y="-2667000"/>
            <a:ext cx="31661100" cy="159639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231900" y="1320800"/>
            <a:ext cx="15836900" cy="7975600"/>
          </a:xfrm>
          <a:prstGeom prst="rect">
            <a:avLst/>
          </a:prstGeom>
        </p:spPr>
      </p:pic>
      <p:grpSp>
        <p:nvGrpSpPr>
          <p:cNvPr name="Group 6" id="6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7" id="7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-6134100" y="-1257300"/>
            <a:ext cx="30543500" cy="137668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511300" y="2184400"/>
            <a:ext cx="15278100" cy="6883400"/>
          </a:xfrm>
          <a:prstGeom prst="rect">
            <a:avLst/>
          </a:prstGeom>
        </p:spPr>
      </p:pic>
      <p:grpSp>
        <p:nvGrpSpPr>
          <p:cNvPr name="Group 9" id="9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0" id="10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485900" y="1485900"/>
            <a:ext cx="609600" cy="6096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638300" y="1638300"/>
            <a:ext cx="304800" cy="304800"/>
          </a:xfrm>
          <a:prstGeom prst="rect">
            <a:avLst/>
          </a:prstGeom>
        </p:spPr>
      </p:pic>
      <p:grpSp>
        <p:nvGrpSpPr>
          <p:cNvPr name="Group 12" id="12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3" id="13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6192500" y="1485900"/>
            <a:ext cx="609600" cy="6096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6344900" y="1638300"/>
            <a:ext cx="304800" cy="304800"/>
          </a:xfrm>
          <a:prstGeom prst="rect">
            <a:avLst/>
          </a:prstGeom>
        </p:spPr>
      </p:pic>
      <p:grpSp>
        <p:nvGrpSpPr>
          <p:cNvPr name="Group 15" id="15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6" id="16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-800100" y="6680200"/>
            <a:ext cx="19888200" cy="1435100"/>
          </a:xfrm>
          <a:prstGeom prst="rect">
            <a:avLst/>
          </a:prstGeom>
        </p:spPr>
      </p:pic>
      <p:pic>
        <p:nvPicPr>
          <p:cNvPr name="Picture 17" id="17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4178300" y="7035800"/>
            <a:ext cx="9944100" cy="711200"/>
          </a:xfrm>
          <a:prstGeom prst="rect">
            <a:avLst/>
          </a:prstGeom>
        </p:spPr>
      </p:pic>
      <p:grpSp>
        <p:nvGrpSpPr>
          <p:cNvPr name="Group 18" id="18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9" id="19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15494000" y="7912100"/>
            <a:ext cx="635000" cy="635000"/>
          </a:xfrm>
          <a:prstGeom prst="rect">
            <a:avLst/>
          </a:prstGeom>
        </p:spPr>
      </p:pic>
      <p:pic>
        <p:nvPicPr>
          <p:cNvPr name="Picture 20" id="20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15735300" y="8077200"/>
            <a:ext cx="190500" cy="304800"/>
          </a:xfrm>
          <a:prstGeom prst="rect">
            <a:avLst/>
          </a:prstGeom>
        </p:spPr>
      </p:pic>
      <p:pic>
        <p:nvPicPr>
          <p:cNvPr name="Picture 21" id="21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1549400" y="2527300"/>
            <a:ext cx="3860800" cy="685800"/>
          </a:xfrm>
          <a:prstGeom prst="rect">
            <a:avLst/>
          </a:prstGeom>
        </p:spPr>
      </p:pic>
      <p:pic>
        <p:nvPicPr>
          <p:cNvPr name="Picture 22" id="22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4025900" y="7086600"/>
            <a:ext cx="8890000" cy="762000"/>
          </a:xfrm>
          <a:prstGeom prst="rect">
            <a:avLst/>
          </a:prstGeom>
        </p:spPr>
      </p:pic>
      <p:pic>
        <p:nvPicPr>
          <p:cNvPr name="Picture 23" id="23"/>
          <p:cNvPicPr>
            <a:picLocks noChangeAspect="true"/>
          </p:cNvPicPr>
          <p:nvPr/>
        </p:nvPicPr>
        <p:blipFill>
          <a:blip r:embed="rId15"/>
          <a:stretch>
            <a:fillRect/>
          </a:stretch>
        </p:blipFill>
        <p:spPr>
          <a:xfrm rot="0">
            <a:off x="2438400" y="2590800"/>
            <a:ext cx="16154400" cy="6985000"/>
          </a:xfrm>
          <a:prstGeom prst="rect">
            <a:avLst/>
          </a:prstGeom>
        </p:spPr>
      </p:pic>
      <p:pic>
        <p:nvPicPr>
          <p:cNvPr name="Picture 24" id="24"/>
          <p:cNvPicPr>
            <a:picLocks noChangeAspect="true"/>
          </p:cNvPicPr>
          <p:nvPr/>
        </p:nvPicPr>
        <p:blipFill>
          <a:blip r:embed="rId16"/>
          <a:stretch>
            <a:fillRect/>
          </a:stretch>
        </p:blipFill>
        <p:spPr>
          <a:xfrm rot="0">
            <a:off x="1206500" y="5676900"/>
            <a:ext cx="13436600" cy="1587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FDF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0"/>
            <a:ext cx="18288000" cy="10287000"/>
          </a:xfrm>
          <a:prstGeom prst="rect">
            <a:avLst/>
          </a:prstGeom>
        </p:spPr>
      </p:pic>
      <p:grpSp>
        <p:nvGrpSpPr>
          <p:cNvPr name="Group 3" id="3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-8128000" y="-4038600"/>
            <a:ext cx="34556700" cy="184658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508000" y="571500"/>
            <a:ext cx="17272000" cy="9232900"/>
          </a:xfrm>
          <a:prstGeom prst="rect">
            <a:avLst/>
          </a:prstGeom>
        </p:spPr>
      </p:pic>
      <p:grpSp>
        <p:nvGrpSpPr>
          <p:cNvPr name="Group 6" id="6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7" id="7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-7518400" y="-2540000"/>
            <a:ext cx="33337500" cy="161417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812800" y="1485900"/>
            <a:ext cx="16662400" cy="8064500"/>
          </a:xfrm>
          <a:prstGeom prst="rect">
            <a:avLst/>
          </a:prstGeom>
        </p:spPr>
      </p:pic>
      <p:grpSp>
        <p:nvGrpSpPr>
          <p:cNvPr name="Group 9" id="9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0" id="10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787400" y="787400"/>
            <a:ext cx="660400" cy="6604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952500" y="965200"/>
            <a:ext cx="330200" cy="330200"/>
          </a:xfrm>
          <a:prstGeom prst="rect">
            <a:avLst/>
          </a:prstGeom>
        </p:spPr>
      </p:pic>
      <p:grpSp>
        <p:nvGrpSpPr>
          <p:cNvPr name="Group 12" id="12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3" id="13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6840200" y="787400"/>
            <a:ext cx="660400" cy="6604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7005300" y="965200"/>
            <a:ext cx="330200" cy="330200"/>
          </a:xfrm>
          <a:prstGeom prst="rect">
            <a:avLst/>
          </a:prstGeom>
        </p:spPr>
      </p:pic>
      <p:grpSp>
        <p:nvGrpSpPr>
          <p:cNvPr name="Group 15" id="15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6" id="16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8280400" y="2006600"/>
            <a:ext cx="609600" cy="609600"/>
          </a:xfrm>
          <a:prstGeom prst="rect">
            <a:avLst/>
          </a:prstGeom>
        </p:spPr>
      </p:pic>
      <p:pic>
        <p:nvPicPr>
          <p:cNvPr name="Picture 17" id="17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8788400" y="1574800"/>
            <a:ext cx="7251700" cy="3022600"/>
          </a:xfrm>
          <a:prstGeom prst="rect">
            <a:avLst/>
          </a:prstGeom>
        </p:spPr>
      </p:pic>
      <p:pic>
        <p:nvPicPr>
          <p:cNvPr name="Picture 18" id="18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8394700" y="2120900"/>
            <a:ext cx="381000" cy="381000"/>
          </a:xfrm>
          <a:prstGeom prst="rect">
            <a:avLst/>
          </a:prstGeom>
        </p:spPr>
      </p:pic>
      <p:grpSp>
        <p:nvGrpSpPr>
          <p:cNvPr name="Group 19" id="19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20" id="20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-1079500" y="-2171700"/>
            <a:ext cx="9588500" cy="15417800"/>
          </a:xfrm>
          <a:prstGeom prst="rect">
            <a:avLst/>
          </a:prstGeom>
        </p:spPr>
      </p:pic>
      <p:pic>
        <p:nvPicPr>
          <p:cNvPr name="Picture 21" id="21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1282700" y="1663700"/>
            <a:ext cx="4787900" cy="7708900"/>
          </a:xfrm>
          <a:prstGeom prst="rect">
            <a:avLst/>
          </a:prstGeom>
        </p:spPr>
      </p:pic>
      <p:pic>
        <p:nvPicPr>
          <p:cNvPr name="Picture 22" id="22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6667500" y="3251200"/>
            <a:ext cx="10502900" cy="3365500"/>
          </a:xfrm>
          <a:prstGeom prst="rect">
            <a:avLst/>
          </a:prstGeom>
        </p:spPr>
      </p:pic>
      <p:pic>
        <p:nvPicPr>
          <p:cNvPr name="Picture 23" id="23"/>
          <p:cNvPicPr>
            <a:picLocks noChangeAspect="true"/>
          </p:cNvPicPr>
          <p:nvPr/>
        </p:nvPicPr>
        <p:blipFill>
          <a:blip r:embed="rId15"/>
          <a:stretch>
            <a:fillRect/>
          </a:stretch>
        </p:blipFill>
        <p:spPr>
          <a:xfrm rot="0">
            <a:off x="6667500" y="3390900"/>
            <a:ext cx="9969500" cy="3289300"/>
          </a:xfrm>
          <a:prstGeom prst="rect">
            <a:avLst/>
          </a:prstGeom>
        </p:spPr>
      </p:pic>
      <p:pic>
        <p:nvPicPr>
          <p:cNvPr name="Picture 24" id="24"/>
          <p:cNvPicPr>
            <a:picLocks noChangeAspect="true"/>
          </p:cNvPicPr>
          <p:nvPr/>
        </p:nvPicPr>
        <p:blipFill>
          <a:blip r:embed="rId16"/>
          <a:stretch>
            <a:fillRect/>
          </a:stretch>
        </p:blipFill>
        <p:spPr>
          <a:xfrm rot="0">
            <a:off x="6578600" y="7150100"/>
            <a:ext cx="10591800" cy="1651000"/>
          </a:xfrm>
          <a:prstGeom prst="rect">
            <a:avLst/>
          </a:prstGeom>
        </p:spPr>
      </p:pic>
      <p:pic>
        <p:nvPicPr>
          <p:cNvPr name="Picture 25" id="25"/>
          <p:cNvPicPr>
            <a:picLocks noChangeAspect="true"/>
          </p:cNvPicPr>
          <p:nvPr/>
        </p:nvPicPr>
        <p:blipFill>
          <a:blip r:embed="rId17"/>
          <a:stretch>
            <a:fillRect/>
          </a:stretch>
        </p:blipFill>
        <p:spPr>
          <a:xfrm rot="0">
            <a:off x="6769100" y="7226300"/>
            <a:ext cx="8356600" cy="2171700"/>
          </a:xfrm>
          <a:prstGeom prst="rect">
            <a:avLst/>
          </a:prstGeom>
        </p:spPr>
      </p:pic>
      <p:pic>
        <p:nvPicPr>
          <p:cNvPr name="Picture 26" id="26"/>
          <p:cNvPicPr>
            <a:picLocks noChangeAspect="true"/>
          </p:cNvPicPr>
          <p:nvPr/>
        </p:nvPicPr>
        <p:blipFill>
          <a:blip r:embed="rId18"/>
          <a:stretch>
            <a:fillRect/>
          </a:stretch>
        </p:blipFill>
        <p:spPr>
          <a:xfrm rot="0">
            <a:off x="12966700" y="8953500"/>
            <a:ext cx="4356100" cy="7112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FDF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0"/>
            <a:ext cx="18288000" cy="10287000"/>
          </a:xfrm>
          <a:prstGeom prst="rect">
            <a:avLst/>
          </a:prstGeom>
        </p:spPr>
      </p:pic>
      <p:grpSp>
        <p:nvGrpSpPr>
          <p:cNvPr name="Group 3" id="3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-8128000" y="-4038600"/>
            <a:ext cx="34556700" cy="184658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508000" y="571500"/>
            <a:ext cx="17272000" cy="9232900"/>
          </a:xfrm>
          <a:prstGeom prst="rect">
            <a:avLst/>
          </a:prstGeom>
        </p:spPr>
      </p:pic>
      <p:grpSp>
        <p:nvGrpSpPr>
          <p:cNvPr name="Group 6" id="6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7" id="7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-7518400" y="-2540000"/>
            <a:ext cx="33337500" cy="161417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812800" y="1485900"/>
            <a:ext cx="16662400" cy="8064500"/>
          </a:xfrm>
          <a:prstGeom prst="rect">
            <a:avLst/>
          </a:prstGeom>
        </p:spPr>
      </p:pic>
      <p:grpSp>
        <p:nvGrpSpPr>
          <p:cNvPr name="Group 9" id="9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0" id="10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787400" y="787400"/>
            <a:ext cx="660400" cy="6604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952500" y="965200"/>
            <a:ext cx="330200" cy="330200"/>
          </a:xfrm>
          <a:prstGeom prst="rect">
            <a:avLst/>
          </a:prstGeom>
        </p:spPr>
      </p:pic>
      <p:grpSp>
        <p:nvGrpSpPr>
          <p:cNvPr name="Group 12" id="12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3" id="13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6840200" y="787400"/>
            <a:ext cx="660400" cy="6604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7005300" y="965200"/>
            <a:ext cx="330200" cy="3302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7264400" y="2247900"/>
            <a:ext cx="622300" cy="6223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7823200" y="1790700"/>
            <a:ext cx="3860800" cy="3086100"/>
          </a:xfrm>
          <a:prstGeom prst="rect">
            <a:avLst/>
          </a:prstGeom>
        </p:spPr>
      </p:pic>
      <p:pic>
        <p:nvPicPr>
          <p:cNvPr name="Picture 17" id="17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7378700" y="2362200"/>
            <a:ext cx="393700" cy="381000"/>
          </a:xfrm>
          <a:prstGeom prst="rect">
            <a:avLst/>
          </a:prstGeom>
        </p:spPr>
      </p:pic>
      <p:pic>
        <p:nvPicPr>
          <p:cNvPr name="Picture 18" id="18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1549400" y="3670300"/>
            <a:ext cx="10414000" cy="889000"/>
          </a:xfrm>
          <a:prstGeom prst="rect">
            <a:avLst/>
          </a:prstGeom>
        </p:spPr>
      </p:pic>
      <p:pic>
        <p:nvPicPr>
          <p:cNvPr name="Picture 19" id="19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2209800" y="3746500"/>
            <a:ext cx="5105400" cy="1498600"/>
          </a:xfrm>
          <a:prstGeom prst="rect">
            <a:avLst/>
          </a:prstGeom>
        </p:spPr>
      </p:pic>
      <p:pic>
        <p:nvPicPr>
          <p:cNvPr name="Picture 20" id="20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1549400" y="5346700"/>
            <a:ext cx="10414000" cy="1498600"/>
          </a:xfrm>
          <a:prstGeom prst="rect">
            <a:avLst/>
          </a:prstGeom>
        </p:spPr>
      </p:pic>
      <p:pic>
        <p:nvPicPr>
          <p:cNvPr name="Picture 21" id="21"/>
          <p:cNvPicPr>
            <a:picLocks noChangeAspect="true"/>
          </p:cNvPicPr>
          <p:nvPr/>
        </p:nvPicPr>
        <p:blipFill>
          <a:blip r:embed="rId15"/>
          <a:stretch>
            <a:fillRect/>
          </a:stretch>
        </p:blipFill>
        <p:spPr>
          <a:xfrm rot="0">
            <a:off x="2260600" y="5499100"/>
            <a:ext cx="9410700" cy="1981200"/>
          </a:xfrm>
          <a:prstGeom prst="rect">
            <a:avLst/>
          </a:prstGeom>
        </p:spPr>
      </p:pic>
      <p:pic>
        <p:nvPicPr>
          <p:cNvPr name="Picture 22" id="22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1549400" y="7594600"/>
            <a:ext cx="10414000" cy="889000"/>
          </a:xfrm>
          <a:prstGeom prst="rect">
            <a:avLst/>
          </a:prstGeom>
        </p:spPr>
      </p:pic>
      <p:grpSp>
        <p:nvGrpSpPr>
          <p:cNvPr name="Group 23" id="23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24" id="24"/>
          <p:cNvPicPr>
            <a:picLocks noChangeAspect="true"/>
          </p:cNvPicPr>
          <p:nvPr/>
        </p:nvPicPr>
        <p:blipFill>
          <a:blip r:embed="rId16"/>
          <a:stretch>
            <a:fillRect/>
          </a:stretch>
        </p:blipFill>
        <p:spPr>
          <a:xfrm rot="0">
            <a:off x="13487400" y="3505200"/>
            <a:ext cx="2565400" cy="2044700"/>
          </a:xfrm>
          <a:prstGeom prst="rect">
            <a:avLst/>
          </a:prstGeom>
        </p:spPr>
      </p:pic>
      <p:grpSp>
        <p:nvGrpSpPr>
          <p:cNvPr name="Group 25" id="25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26" id="26"/>
          <p:cNvPicPr>
            <a:picLocks noChangeAspect="true"/>
          </p:cNvPicPr>
          <p:nvPr/>
        </p:nvPicPr>
        <p:blipFill>
          <a:blip r:embed="rId17"/>
          <a:stretch>
            <a:fillRect/>
          </a:stretch>
        </p:blipFill>
        <p:spPr>
          <a:xfrm rot="0">
            <a:off x="13042900" y="5765800"/>
            <a:ext cx="3695700" cy="1079500"/>
          </a:xfrm>
          <a:prstGeom prst="rect">
            <a:avLst/>
          </a:prstGeom>
        </p:spPr>
      </p:pic>
      <p:grpSp>
        <p:nvGrpSpPr>
          <p:cNvPr name="Group 27" id="27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28" id="28"/>
          <p:cNvPicPr>
            <a:picLocks noChangeAspect="true"/>
          </p:cNvPicPr>
          <p:nvPr/>
        </p:nvPicPr>
        <p:blipFill>
          <a:blip r:embed="rId18"/>
          <a:stretch>
            <a:fillRect/>
          </a:stretch>
        </p:blipFill>
        <p:spPr>
          <a:xfrm rot="0">
            <a:off x="13042900" y="7378700"/>
            <a:ext cx="3886200" cy="1054100"/>
          </a:xfrm>
          <a:prstGeom prst="rect">
            <a:avLst/>
          </a:prstGeom>
        </p:spPr>
      </p:pic>
      <p:pic>
        <p:nvPicPr>
          <p:cNvPr name="Picture 29" id="29"/>
          <p:cNvPicPr>
            <a:picLocks noChangeAspect="true"/>
          </p:cNvPicPr>
          <p:nvPr/>
        </p:nvPicPr>
        <p:blipFill>
          <a:blip r:embed="rId19"/>
          <a:stretch>
            <a:fillRect/>
          </a:stretch>
        </p:blipFill>
        <p:spPr>
          <a:xfrm rot="-10800000">
            <a:off x="6540500" y="4635500"/>
            <a:ext cx="381000" cy="673100"/>
          </a:xfrm>
          <a:prstGeom prst="rect">
            <a:avLst/>
          </a:prstGeom>
        </p:spPr>
      </p:pic>
      <p:pic>
        <p:nvPicPr>
          <p:cNvPr name="Picture 30" id="30"/>
          <p:cNvPicPr>
            <a:picLocks noChangeAspect="true"/>
          </p:cNvPicPr>
          <p:nvPr/>
        </p:nvPicPr>
        <p:blipFill>
          <a:blip r:embed="rId19"/>
          <a:stretch>
            <a:fillRect/>
          </a:stretch>
        </p:blipFill>
        <p:spPr>
          <a:xfrm rot="-10800000">
            <a:off x="6565900" y="6883400"/>
            <a:ext cx="381000" cy="673100"/>
          </a:xfrm>
          <a:prstGeom prst="rect">
            <a:avLst/>
          </a:prstGeom>
        </p:spPr>
      </p:pic>
      <p:pic>
        <p:nvPicPr>
          <p:cNvPr name="Picture 31" id="31"/>
          <p:cNvPicPr>
            <a:picLocks noChangeAspect="true"/>
          </p:cNvPicPr>
          <p:nvPr/>
        </p:nvPicPr>
        <p:blipFill>
          <a:blip r:embed="rId20"/>
          <a:stretch>
            <a:fillRect/>
          </a:stretch>
        </p:blipFill>
        <p:spPr>
          <a:xfrm rot="0">
            <a:off x="2108200" y="7658100"/>
            <a:ext cx="8610600" cy="1498600"/>
          </a:xfrm>
          <a:prstGeom prst="rect">
            <a:avLst/>
          </a:prstGeom>
        </p:spPr>
      </p:pic>
      <p:pic>
        <p:nvPicPr>
          <p:cNvPr name="Picture 32" id="32"/>
          <p:cNvPicPr>
            <a:picLocks noChangeAspect="true"/>
          </p:cNvPicPr>
          <p:nvPr/>
        </p:nvPicPr>
        <p:blipFill>
          <a:blip r:embed="rId21"/>
          <a:stretch>
            <a:fillRect/>
          </a:stretch>
        </p:blipFill>
        <p:spPr>
          <a:xfrm rot="0">
            <a:off x="14147800" y="2628900"/>
            <a:ext cx="1854200" cy="14986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FDF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0"/>
            <a:ext cx="18288000" cy="10287000"/>
          </a:xfrm>
          <a:prstGeom prst="rect">
            <a:avLst/>
          </a:prstGeom>
        </p:spPr>
      </p:pic>
      <p:grpSp>
        <p:nvGrpSpPr>
          <p:cNvPr name="Group 3" id="3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-8128000" y="-4038600"/>
            <a:ext cx="34556700" cy="184658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508000" y="571500"/>
            <a:ext cx="17272000" cy="9232900"/>
          </a:xfrm>
          <a:prstGeom prst="rect">
            <a:avLst/>
          </a:prstGeom>
        </p:spPr>
      </p:pic>
      <p:grpSp>
        <p:nvGrpSpPr>
          <p:cNvPr name="Group 6" id="6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7" id="7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-7518400" y="-2540000"/>
            <a:ext cx="33337500" cy="161417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812800" y="1485900"/>
            <a:ext cx="16662400" cy="8064500"/>
          </a:xfrm>
          <a:prstGeom prst="rect">
            <a:avLst/>
          </a:prstGeom>
        </p:spPr>
      </p:pic>
      <p:grpSp>
        <p:nvGrpSpPr>
          <p:cNvPr name="Group 9" id="9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0" id="10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787400" y="787400"/>
            <a:ext cx="660400" cy="6604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952500" y="965200"/>
            <a:ext cx="330200" cy="330200"/>
          </a:xfrm>
          <a:prstGeom prst="rect">
            <a:avLst/>
          </a:prstGeom>
        </p:spPr>
      </p:pic>
      <p:grpSp>
        <p:nvGrpSpPr>
          <p:cNvPr name="Group 12" id="12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3" id="13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6840200" y="787400"/>
            <a:ext cx="660400" cy="6604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7005300" y="965200"/>
            <a:ext cx="330200" cy="3302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3822700" y="1930400"/>
            <a:ext cx="571500" cy="5715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4330700" y="1511300"/>
            <a:ext cx="3543300" cy="2832100"/>
          </a:xfrm>
          <a:prstGeom prst="rect">
            <a:avLst/>
          </a:prstGeom>
        </p:spPr>
      </p:pic>
      <p:pic>
        <p:nvPicPr>
          <p:cNvPr name="Picture 17" id="17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3924300" y="2032000"/>
            <a:ext cx="355600" cy="355600"/>
          </a:xfrm>
          <a:prstGeom prst="rect">
            <a:avLst/>
          </a:prstGeom>
        </p:spPr>
      </p:pic>
      <p:grpSp>
        <p:nvGrpSpPr>
          <p:cNvPr name="Group 18" id="18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9" id="19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1955800" y="3657600"/>
            <a:ext cx="6172200" cy="2006600"/>
          </a:xfrm>
          <a:prstGeom prst="rect">
            <a:avLst/>
          </a:prstGeom>
        </p:spPr>
      </p:pic>
      <p:grpSp>
        <p:nvGrpSpPr>
          <p:cNvPr name="Group 20" id="20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21" id="21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1955800" y="6705600"/>
            <a:ext cx="6172200" cy="2006600"/>
          </a:xfrm>
          <a:prstGeom prst="rect">
            <a:avLst/>
          </a:prstGeom>
        </p:spPr>
      </p:pic>
      <p:grpSp>
        <p:nvGrpSpPr>
          <p:cNvPr name="Group 22" id="22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23" id="23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9144000" y="6680200"/>
            <a:ext cx="6172200" cy="1790700"/>
          </a:xfrm>
          <a:prstGeom prst="rect">
            <a:avLst/>
          </a:prstGeom>
        </p:spPr>
      </p:pic>
      <p:pic>
        <p:nvPicPr>
          <p:cNvPr name="Picture 24" id="24"/>
          <p:cNvPicPr>
            <a:picLocks noChangeAspect="true"/>
          </p:cNvPicPr>
          <p:nvPr/>
        </p:nvPicPr>
        <p:blipFill>
          <a:blip r:embed="rId15"/>
          <a:stretch>
            <a:fillRect/>
          </a:stretch>
        </p:blipFill>
        <p:spPr>
          <a:xfrm rot="0">
            <a:off x="1714500" y="6223000"/>
            <a:ext cx="15049500" cy="127000"/>
          </a:xfrm>
          <a:prstGeom prst="rect">
            <a:avLst/>
          </a:prstGeom>
        </p:spPr>
      </p:pic>
      <p:pic>
        <p:nvPicPr>
          <p:cNvPr name="Picture 25" id="25"/>
          <p:cNvPicPr>
            <a:picLocks noChangeAspect="true"/>
          </p:cNvPicPr>
          <p:nvPr/>
        </p:nvPicPr>
        <p:blipFill>
          <a:blip r:embed="rId16"/>
          <a:stretch>
            <a:fillRect/>
          </a:stretch>
        </p:blipFill>
        <p:spPr>
          <a:xfrm rot="0">
            <a:off x="8763000" y="1803400"/>
            <a:ext cx="6350000" cy="812800"/>
          </a:xfrm>
          <a:prstGeom prst="rect">
            <a:avLst/>
          </a:prstGeom>
        </p:spPr>
      </p:pic>
      <p:pic>
        <p:nvPicPr>
          <p:cNvPr name="Picture 26" id="26"/>
          <p:cNvPicPr>
            <a:picLocks noChangeAspect="true"/>
          </p:cNvPicPr>
          <p:nvPr/>
        </p:nvPicPr>
        <p:blipFill>
          <a:blip r:embed="rId17"/>
          <a:stretch>
            <a:fillRect/>
          </a:stretch>
        </p:blipFill>
        <p:spPr>
          <a:xfrm rot="0">
            <a:off x="9956800" y="1892300"/>
            <a:ext cx="3937000" cy="1371600"/>
          </a:xfrm>
          <a:prstGeom prst="rect">
            <a:avLst/>
          </a:prstGeom>
        </p:spPr>
      </p:pic>
      <p:pic>
        <p:nvPicPr>
          <p:cNvPr name="Picture 27" id="27"/>
          <p:cNvPicPr>
            <a:picLocks noChangeAspect="true"/>
          </p:cNvPicPr>
          <p:nvPr/>
        </p:nvPicPr>
        <p:blipFill>
          <a:blip r:embed="rId18"/>
          <a:stretch>
            <a:fillRect/>
          </a:stretch>
        </p:blipFill>
        <p:spPr>
          <a:xfrm rot="0">
            <a:off x="2349500" y="2654300"/>
            <a:ext cx="6540500" cy="1473200"/>
          </a:xfrm>
          <a:prstGeom prst="rect">
            <a:avLst/>
          </a:prstGeom>
        </p:spPr>
      </p:pic>
      <p:pic>
        <p:nvPicPr>
          <p:cNvPr name="Picture 28" id="28"/>
          <p:cNvPicPr>
            <a:picLocks noChangeAspect="true"/>
          </p:cNvPicPr>
          <p:nvPr/>
        </p:nvPicPr>
        <p:blipFill>
          <a:blip r:embed="rId19"/>
          <a:stretch>
            <a:fillRect/>
          </a:stretch>
        </p:blipFill>
        <p:spPr>
          <a:xfrm rot="0">
            <a:off x="8763000" y="3225800"/>
            <a:ext cx="7772400" cy="3594100"/>
          </a:xfrm>
          <a:prstGeom prst="rect">
            <a:avLst/>
          </a:prstGeom>
        </p:spPr>
      </p:pic>
      <p:pic>
        <p:nvPicPr>
          <p:cNvPr name="Picture 29" id="29"/>
          <p:cNvPicPr>
            <a:picLocks noChangeAspect="true"/>
          </p:cNvPicPr>
          <p:nvPr/>
        </p:nvPicPr>
        <p:blipFill>
          <a:blip r:embed="rId20"/>
          <a:stretch>
            <a:fillRect/>
          </a:stretch>
        </p:blipFill>
        <p:spPr>
          <a:xfrm rot="0">
            <a:off x="2006600" y="8737600"/>
            <a:ext cx="13309600" cy="1320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FDF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0"/>
            <a:ext cx="18288000" cy="10287000"/>
          </a:xfrm>
          <a:prstGeom prst="rect">
            <a:avLst/>
          </a:prstGeom>
        </p:spPr>
      </p:pic>
      <p:grpSp>
        <p:nvGrpSpPr>
          <p:cNvPr name="Group 3" id="3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-8128000" y="-4038600"/>
            <a:ext cx="34556700" cy="184658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508000" y="571500"/>
            <a:ext cx="17272000" cy="9232900"/>
          </a:xfrm>
          <a:prstGeom prst="rect">
            <a:avLst/>
          </a:prstGeom>
        </p:spPr>
      </p:pic>
      <p:grpSp>
        <p:nvGrpSpPr>
          <p:cNvPr name="Group 6" id="6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7" id="7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-7518400" y="-2540000"/>
            <a:ext cx="33337500" cy="161417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812800" y="1485900"/>
            <a:ext cx="16662400" cy="8064500"/>
          </a:xfrm>
          <a:prstGeom prst="rect">
            <a:avLst/>
          </a:prstGeom>
        </p:spPr>
      </p:pic>
      <p:grpSp>
        <p:nvGrpSpPr>
          <p:cNvPr name="Group 9" id="9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0" id="10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787400" y="787400"/>
            <a:ext cx="660400" cy="6604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952500" y="965200"/>
            <a:ext cx="330200" cy="330200"/>
          </a:xfrm>
          <a:prstGeom prst="rect">
            <a:avLst/>
          </a:prstGeom>
        </p:spPr>
      </p:pic>
      <p:grpSp>
        <p:nvGrpSpPr>
          <p:cNvPr name="Group 12" id="12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3" id="13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6840200" y="787400"/>
            <a:ext cx="660400" cy="6604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7005300" y="965200"/>
            <a:ext cx="330200" cy="3302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3302000" y="2019300"/>
            <a:ext cx="622300" cy="6223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3848100" y="1562100"/>
            <a:ext cx="3860800" cy="3086100"/>
          </a:xfrm>
          <a:prstGeom prst="rect">
            <a:avLst/>
          </a:prstGeom>
        </p:spPr>
      </p:pic>
      <p:pic>
        <p:nvPicPr>
          <p:cNvPr name="Picture 17" id="17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3403600" y="2133600"/>
            <a:ext cx="393700" cy="381000"/>
          </a:xfrm>
          <a:prstGeom prst="rect">
            <a:avLst/>
          </a:prstGeom>
        </p:spPr>
      </p:pic>
      <p:pic>
        <p:nvPicPr>
          <p:cNvPr name="Picture 18" id="18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7899400" y="1879600"/>
            <a:ext cx="8153400" cy="889000"/>
          </a:xfrm>
          <a:prstGeom prst="rect">
            <a:avLst/>
          </a:prstGeom>
        </p:spPr>
      </p:pic>
      <p:grpSp>
        <p:nvGrpSpPr>
          <p:cNvPr name="Group 19" id="19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20" id="20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-2844800" y="6604000"/>
            <a:ext cx="17005300" cy="3492500"/>
          </a:xfrm>
          <a:prstGeom prst="rect">
            <a:avLst/>
          </a:prstGeom>
        </p:spPr>
      </p:pic>
      <p:pic>
        <p:nvPicPr>
          <p:cNvPr name="Picture 21" id="21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1282700" y="7353300"/>
            <a:ext cx="8509000" cy="1752600"/>
          </a:xfrm>
          <a:prstGeom prst="rect">
            <a:avLst/>
          </a:prstGeom>
        </p:spPr>
      </p:pic>
      <p:grpSp>
        <p:nvGrpSpPr>
          <p:cNvPr name="Group 22" id="22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23" id="23"/>
          <p:cNvPicPr>
            <a:picLocks noChangeAspect="true"/>
          </p:cNvPicPr>
          <p:nvPr/>
        </p:nvPicPr>
        <p:blipFill>
          <a:blip r:embed="rId15"/>
          <a:stretch>
            <a:fillRect/>
          </a:stretch>
        </p:blipFill>
        <p:spPr>
          <a:xfrm rot="0">
            <a:off x="-2146300" y="3733800"/>
            <a:ext cx="14287500" cy="4686300"/>
          </a:xfrm>
          <a:prstGeom prst="rect">
            <a:avLst/>
          </a:prstGeom>
        </p:spPr>
      </p:pic>
      <p:pic>
        <p:nvPicPr>
          <p:cNvPr name="Picture 24" id="24"/>
          <p:cNvPicPr>
            <a:picLocks noChangeAspect="true"/>
          </p:cNvPicPr>
          <p:nvPr/>
        </p:nvPicPr>
        <p:blipFill>
          <a:blip r:embed="rId16"/>
          <a:stretch>
            <a:fillRect/>
          </a:stretch>
        </p:blipFill>
        <p:spPr>
          <a:xfrm rot="0">
            <a:off x="1333500" y="4813300"/>
            <a:ext cx="7137400" cy="2349500"/>
          </a:xfrm>
          <a:prstGeom prst="rect">
            <a:avLst/>
          </a:prstGeom>
        </p:spPr>
      </p:pic>
      <p:grpSp>
        <p:nvGrpSpPr>
          <p:cNvPr name="Group 25" id="25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26" id="26"/>
          <p:cNvPicPr>
            <a:picLocks noChangeAspect="true"/>
          </p:cNvPicPr>
          <p:nvPr/>
        </p:nvPicPr>
        <p:blipFill>
          <a:blip r:embed="rId17"/>
          <a:stretch>
            <a:fillRect/>
          </a:stretch>
        </p:blipFill>
        <p:spPr>
          <a:xfrm rot="0">
            <a:off x="-1663700" y="2082800"/>
            <a:ext cx="12344400" cy="3467100"/>
          </a:xfrm>
          <a:prstGeom prst="rect">
            <a:avLst/>
          </a:prstGeom>
        </p:spPr>
      </p:pic>
      <p:pic>
        <p:nvPicPr>
          <p:cNvPr name="Picture 27" id="27"/>
          <p:cNvPicPr>
            <a:picLocks noChangeAspect="true"/>
          </p:cNvPicPr>
          <p:nvPr/>
        </p:nvPicPr>
        <p:blipFill>
          <a:blip r:embed="rId18"/>
          <a:stretch>
            <a:fillRect/>
          </a:stretch>
        </p:blipFill>
        <p:spPr>
          <a:xfrm rot="0">
            <a:off x="1333500" y="2870200"/>
            <a:ext cx="6172200" cy="1739900"/>
          </a:xfrm>
          <a:prstGeom prst="rect">
            <a:avLst/>
          </a:prstGeom>
        </p:spPr>
      </p:pic>
      <p:grpSp>
        <p:nvGrpSpPr>
          <p:cNvPr name="Group 28" id="28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29" id="29"/>
          <p:cNvPicPr>
            <a:picLocks noChangeAspect="true"/>
          </p:cNvPicPr>
          <p:nvPr/>
        </p:nvPicPr>
        <p:blipFill>
          <a:blip r:embed="rId19"/>
          <a:stretch>
            <a:fillRect/>
          </a:stretch>
        </p:blipFill>
        <p:spPr>
          <a:xfrm rot="0">
            <a:off x="6489700" y="6908800"/>
            <a:ext cx="14554200" cy="2070100"/>
          </a:xfrm>
          <a:prstGeom prst="rect">
            <a:avLst/>
          </a:prstGeom>
        </p:spPr>
      </p:pic>
      <p:pic>
        <p:nvPicPr>
          <p:cNvPr name="Picture 30" id="30"/>
          <p:cNvPicPr>
            <a:picLocks noChangeAspect="true"/>
          </p:cNvPicPr>
          <p:nvPr/>
        </p:nvPicPr>
        <p:blipFill>
          <a:blip r:embed="rId20"/>
          <a:stretch>
            <a:fillRect/>
          </a:stretch>
        </p:blipFill>
        <p:spPr>
          <a:xfrm rot="0">
            <a:off x="10058400" y="7353300"/>
            <a:ext cx="7277100" cy="1028700"/>
          </a:xfrm>
          <a:prstGeom prst="rect">
            <a:avLst/>
          </a:prstGeom>
        </p:spPr>
      </p:pic>
      <p:pic>
        <p:nvPicPr>
          <p:cNvPr name="Picture 31" id="31"/>
          <p:cNvPicPr>
            <a:picLocks noChangeAspect="true"/>
          </p:cNvPicPr>
          <p:nvPr/>
        </p:nvPicPr>
        <p:blipFill>
          <a:blip r:embed="rId21"/>
          <a:stretch>
            <a:fillRect/>
          </a:stretch>
        </p:blipFill>
        <p:spPr>
          <a:xfrm rot="0">
            <a:off x="8356600" y="1955800"/>
            <a:ext cx="7086600" cy="1498600"/>
          </a:xfrm>
          <a:prstGeom prst="rect">
            <a:avLst/>
          </a:prstGeom>
        </p:spPr>
      </p:pic>
      <p:pic>
        <p:nvPicPr>
          <p:cNvPr name="Picture 32" id="32"/>
          <p:cNvPicPr>
            <a:picLocks noChangeAspect="true"/>
          </p:cNvPicPr>
          <p:nvPr/>
        </p:nvPicPr>
        <p:blipFill>
          <a:blip r:embed="rId22"/>
          <a:stretch>
            <a:fillRect/>
          </a:stretch>
        </p:blipFill>
        <p:spPr>
          <a:xfrm rot="0">
            <a:off x="8737600" y="2971800"/>
            <a:ext cx="8585200" cy="4330700"/>
          </a:xfrm>
          <a:prstGeom prst="rect">
            <a:avLst/>
          </a:prstGeom>
        </p:spPr>
      </p:pic>
      <p:pic>
        <p:nvPicPr>
          <p:cNvPr name="Picture 33" id="33"/>
          <p:cNvPicPr>
            <a:picLocks noChangeAspect="true"/>
          </p:cNvPicPr>
          <p:nvPr/>
        </p:nvPicPr>
        <p:blipFill>
          <a:blip r:embed="rId23"/>
          <a:stretch>
            <a:fillRect/>
          </a:stretch>
        </p:blipFill>
        <p:spPr>
          <a:xfrm rot="0">
            <a:off x="11696700" y="8521700"/>
            <a:ext cx="3759200" cy="14097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FDF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0"/>
            <a:ext cx="18288000" cy="10287000"/>
          </a:xfrm>
          <a:prstGeom prst="rect">
            <a:avLst/>
          </a:prstGeom>
        </p:spPr>
      </p:pic>
      <p:grpSp>
        <p:nvGrpSpPr>
          <p:cNvPr name="Group 3" id="3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-8128000" y="-4038600"/>
            <a:ext cx="34556700" cy="184658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508000" y="571500"/>
            <a:ext cx="17272000" cy="9232900"/>
          </a:xfrm>
          <a:prstGeom prst="rect">
            <a:avLst/>
          </a:prstGeom>
        </p:spPr>
      </p:pic>
      <p:grpSp>
        <p:nvGrpSpPr>
          <p:cNvPr name="Group 6" id="6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7" id="7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-7518400" y="-2540000"/>
            <a:ext cx="33337500" cy="161417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812800" y="1485900"/>
            <a:ext cx="16662400" cy="8064500"/>
          </a:xfrm>
          <a:prstGeom prst="rect">
            <a:avLst/>
          </a:prstGeom>
        </p:spPr>
      </p:pic>
      <p:grpSp>
        <p:nvGrpSpPr>
          <p:cNvPr name="Group 9" id="9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0" id="10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787400" y="787400"/>
            <a:ext cx="660400" cy="6604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952500" y="965200"/>
            <a:ext cx="330200" cy="330200"/>
          </a:xfrm>
          <a:prstGeom prst="rect">
            <a:avLst/>
          </a:prstGeom>
        </p:spPr>
      </p:pic>
      <p:grpSp>
        <p:nvGrpSpPr>
          <p:cNvPr name="Group 12" id="12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3" id="13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6840200" y="787400"/>
            <a:ext cx="660400" cy="6604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7005300" y="965200"/>
            <a:ext cx="330200" cy="3302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5664200" y="1943100"/>
            <a:ext cx="571500" cy="5715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6273800" y="1511300"/>
            <a:ext cx="6629400" cy="2806700"/>
          </a:xfrm>
          <a:prstGeom prst="rect">
            <a:avLst/>
          </a:prstGeom>
        </p:spPr>
      </p:pic>
      <p:pic>
        <p:nvPicPr>
          <p:cNvPr name="Picture 17" id="17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5778500" y="2044700"/>
            <a:ext cx="355600" cy="355600"/>
          </a:xfrm>
          <a:prstGeom prst="rect">
            <a:avLst/>
          </a:prstGeom>
        </p:spPr>
      </p:pic>
      <p:grpSp>
        <p:nvGrpSpPr>
          <p:cNvPr name="Group 18" id="18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9" id="19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8420100" y="3390900"/>
            <a:ext cx="8585200" cy="4851400"/>
          </a:xfrm>
          <a:prstGeom prst="rect">
            <a:avLst/>
          </a:prstGeom>
        </p:spPr>
      </p:pic>
      <p:grpSp>
        <p:nvGrpSpPr>
          <p:cNvPr name="Group 20" id="20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21" id="21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1282700" y="2857500"/>
            <a:ext cx="6883400" cy="6337300"/>
          </a:xfrm>
          <a:prstGeom prst="rect">
            <a:avLst/>
          </a:prstGeom>
        </p:spPr>
      </p:pic>
      <p:grpSp>
        <p:nvGrpSpPr>
          <p:cNvPr name="Group 22" id="22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23" id="23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4368800" y="4610100"/>
            <a:ext cx="3848100" cy="4114800"/>
          </a:xfrm>
          <a:prstGeom prst="rect">
            <a:avLst/>
          </a:prstGeom>
        </p:spPr>
      </p:pic>
      <p:grpSp>
        <p:nvGrpSpPr>
          <p:cNvPr name="Group 24" id="24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25" id="25"/>
          <p:cNvPicPr>
            <a:picLocks noChangeAspect="true"/>
          </p:cNvPicPr>
          <p:nvPr/>
        </p:nvPicPr>
        <p:blipFill>
          <a:blip r:embed="rId15"/>
          <a:stretch>
            <a:fillRect/>
          </a:stretch>
        </p:blipFill>
        <p:spPr>
          <a:xfrm rot="0">
            <a:off x="6946900" y="5080000"/>
            <a:ext cx="3924300" cy="4191000"/>
          </a:xfrm>
          <a:prstGeom prst="rect">
            <a:avLst/>
          </a:prstGeom>
        </p:spPr>
      </p:pic>
      <p:pic>
        <p:nvPicPr>
          <p:cNvPr name="Picture 26" id="26"/>
          <p:cNvPicPr>
            <a:picLocks noChangeAspect="true"/>
          </p:cNvPicPr>
          <p:nvPr/>
        </p:nvPicPr>
        <p:blipFill>
          <a:blip r:embed="rId16"/>
          <a:stretch>
            <a:fillRect/>
          </a:stretch>
        </p:blipFill>
        <p:spPr>
          <a:xfrm rot="0">
            <a:off x="9182100" y="7099300"/>
            <a:ext cx="3365500" cy="9525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FDF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0"/>
            <a:ext cx="18288000" cy="10287000"/>
          </a:xfrm>
          <a:prstGeom prst="rect">
            <a:avLst/>
          </a:prstGeom>
        </p:spPr>
      </p:pic>
      <p:grpSp>
        <p:nvGrpSpPr>
          <p:cNvPr name="Group 3" id="3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-8128000" y="-4038600"/>
            <a:ext cx="34556700" cy="184658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508000" y="571500"/>
            <a:ext cx="17272000" cy="9232900"/>
          </a:xfrm>
          <a:prstGeom prst="rect">
            <a:avLst/>
          </a:prstGeom>
        </p:spPr>
      </p:pic>
      <p:grpSp>
        <p:nvGrpSpPr>
          <p:cNvPr name="Group 6" id="6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7" id="7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-7518400" y="-2540000"/>
            <a:ext cx="33337500" cy="161417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812800" y="1485900"/>
            <a:ext cx="16662400" cy="8064500"/>
          </a:xfrm>
          <a:prstGeom prst="rect">
            <a:avLst/>
          </a:prstGeom>
        </p:spPr>
      </p:pic>
      <p:grpSp>
        <p:nvGrpSpPr>
          <p:cNvPr name="Group 9" id="9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0" id="10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787400" y="787400"/>
            <a:ext cx="660400" cy="6604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952500" y="965200"/>
            <a:ext cx="330200" cy="330200"/>
          </a:xfrm>
          <a:prstGeom prst="rect">
            <a:avLst/>
          </a:prstGeom>
        </p:spPr>
      </p:pic>
      <p:grpSp>
        <p:nvGrpSpPr>
          <p:cNvPr name="Group 12" id="12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3" id="13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6840200" y="787400"/>
            <a:ext cx="660400" cy="6604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7005300" y="965200"/>
            <a:ext cx="330200" cy="3302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7581900" y="1993900"/>
            <a:ext cx="533400" cy="5334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9448800" y="2984500"/>
            <a:ext cx="7213600" cy="6083300"/>
          </a:xfrm>
          <a:prstGeom prst="rect">
            <a:avLst/>
          </a:prstGeom>
        </p:spPr>
      </p:pic>
      <p:pic>
        <p:nvPicPr>
          <p:cNvPr name="Picture 17" id="17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8115300" y="1612900"/>
            <a:ext cx="3327400" cy="2654300"/>
          </a:xfrm>
          <a:prstGeom prst="rect">
            <a:avLst/>
          </a:prstGeom>
        </p:spPr>
      </p:pic>
      <p:pic>
        <p:nvPicPr>
          <p:cNvPr name="Picture 18" id="18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1625600" y="2997200"/>
            <a:ext cx="7226300" cy="6083300"/>
          </a:xfrm>
          <a:prstGeom prst="rect">
            <a:avLst/>
          </a:prstGeom>
        </p:spPr>
      </p:pic>
      <p:pic>
        <p:nvPicPr>
          <p:cNvPr name="Picture 19" id="19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7696200" y="2108200"/>
            <a:ext cx="342900" cy="330200"/>
          </a:xfrm>
          <a:prstGeom prst="rect">
            <a:avLst/>
          </a:prstGeom>
        </p:spPr>
      </p:pic>
      <p:grpSp>
        <p:nvGrpSpPr>
          <p:cNvPr name="Group 20" id="20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21" id="21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2501900" y="3657600"/>
            <a:ext cx="2120900" cy="2120900"/>
          </a:xfrm>
          <a:prstGeom prst="rect">
            <a:avLst/>
          </a:prstGeom>
        </p:spPr>
      </p:pic>
      <p:grpSp>
        <p:nvGrpSpPr>
          <p:cNvPr name="Group 22" id="22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23" id="23"/>
          <p:cNvPicPr>
            <a:picLocks noChangeAspect="true"/>
          </p:cNvPicPr>
          <p:nvPr/>
        </p:nvPicPr>
        <p:blipFill>
          <a:blip r:embed="rId15"/>
          <a:stretch>
            <a:fillRect/>
          </a:stretch>
        </p:blipFill>
        <p:spPr>
          <a:xfrm rot="0">
            <a:off x="5575300" y="3708400"/>
            <a:ext cx="2298700" cy="2324100"/>
          </a:xfrm>
          <a:prstGeom prst="rect">
            <a:avLst/>
          </a:prstGeom>
        </p:spPr>
      </p:pic>
      <p:grpSp>
        <p:nvGrpSpPr>
          <p:cNvPr name="Group 24" id="24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25" id="25"/>
          <p:cNvPicPr>
            <a:picLocks noChangeAspect="true"/>
          </p:cNvPicPr>
          <p:nvPr/>
        </p:nvPicPr>
        <p:blipFill>
          <a:blip r:embed="rId16"/>
          <a:stretch>
            <a:fillRect/>
          </a:stretch>
        </p:blipFill>
        <p:spPr>
          <a:xfrm rot="0">
            <a:off x="10109200" y="3746500"/>
            <a:ext cx="2908300" cy="2082800"/>
          </a:xfrm>
          <a:prstGeom prst="rect">
            <a:avLst/>
          </a:prstGeom>
        </p:spPr>
      </p:pic>
      <p:grpSp>
        <p:nvGrpSpPr>
          <p:cNvPr name="Group 26" id="26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27" id="27"/>
          <p:cNvPicPr>
            <a:picLocks noChangeAspect="true"/>
          </p:cNvPicPr>
          <p:nvPr/>
        </p:nvPicPr>
        <p:blipFill>
          <a:blip r:embed="rId17"/>
          <a:stretch>
            <a:fillRect/>
          </a:stretch>
        </p:blipFill>
        <p:spPr>
          <a:xfrm rot="0">
            <a:off x="5842000" y="6032500"/>
            <a:ext cx="2971800" cy="2971800"/>
          </a:xfrm>
          <a:prstGeom prst="rect">
            <a:avLst/>
          </a:prstGeom>
        </p:spPr>
      </p:pic>
      <p:grpSp>
        <p:nvGrpSpPr>
          <p:cNvPr name="Group 28" id="28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29" id="29"/>
          <p:cNvPicPr>
            <a:picLocks noChangeAspect="true"/>
          </p:cNvPicPr>
          <p:nvPr/>
        </p:nvPicPr>
        <p:blipFill>
          <a:blip r:embed="rId18"/>
          <a:stretch>
            <a:fillRect/>
          </a:stretch>
        </p:blipFill>
        <p:spPr>
          <a:xfrm rot="0">
            <a:off x="13055600" y="6032500"/>
            <a:ext cx="2705100" cy="2705100"/>
          </a:xfrm>
          <a:prstGeom prst="rect">
            <a:avLst/>
          </a:prstGeom>
        </p:spPr>
      </p:pic>
      <p:grpSp>
        <p:nvGrpSpPr>
          <p:cNvPr name="Group 30" id="30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31" id="31"/>
          <p:cNvPicPr>
            <a:picLocks noChangeAspect="true"/>
          </p:cNvPicPr>
          <p:nvPr/>
        </p:nvPicPr>
        <p:blipFill>
          <a:blip r:embed="rId19"/>
          <a:stretch>
            <a:fillRect/>
          </a:stretch>
        </p:blipFill>
        <p:spPr>
          <a:xfrm rot="0">
            <a:off x="11785600" y="3086100"/>
            <a:ext cx="6172200" cy="3492500"/>
          </a:xfrm>
          <a:prstGeom prst="rect">
            <a:avLst/>
          </a:prstGeom>
        </p:spPr>
      </p:pic>
      <p:grpSp>
        <p:nvGrpSpPr>
          <p:cNvPr name="Group 32" id="32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33" id="33"/>
          <p:cNvPicPr>
            <a:picLocks noChangeAspect="true"/>
          </p:cNvPicPr>
          <p:nvPr/>
        </p:nvPicPr>
        <p:blipFill>
          <a:blip r:embed="rId20"/>
          <a:stretch>
            <a:fillRect/>
          </a:stretch>
        </p:blipFill>
        <p:spPr>
          <a:xfrm rot="0">
            <a:off x="10807700" y="6578600"/>
            <a:ext cx="1460500" cy="1460500"/>
          </a:xfrm>
          <a:prstGeom prst="rect">
            <a:avLst/>
          </a:prstGeom>
        </p:spPr>
      </p:pic>
      <p:grpSp>
        <p:nvGrpSpPr>
          <p:cNvPr name="Group 34" id="34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35" id="35"/>
          <p:cNvPicPr>
            <a:picLocks noChangeAspect="true"/>
          </p:cNvPicPr>
          <p:nvPr/>
        </p:nvPicPr>
        <p:blipFill>
          <a:blip r:embed="rId21"/>
          <a:stretch>
            <a:fillRect/>
          </a:stretch>
        </p:blipFill>
        <p:spPr>
          <a:xfrm rot="0">
            <a:off x="2171700" y="6743700"/>
            <a:ext cx="1384300" cy="1384300"/>
          </a:xfrm>
          <a:prstGeom prst="rect">
            <a:avLst/>
          </a:prstGeom>
        </p:spPr>
      </p:pic>
      <p:grpSp>
        <p:nvGrpSpPr>
          <p:cNvPr name="Group 36" id="36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37" id="37"/>
          <p:cNvPicPr>
            <a:picLocks noChangeAspect="true"/>
          </p:cNvPicPr>
          <p:nvPr/>
        </p:nvPicPr>
        <p:blipFill>
          <a:blip r:embed="rId22"/>
          <a:stretch>
            <a:fillRect/>
          </a:stretch>
        </p:blipFill>
        <p:spPr>
          <a:xfrm rot="0">
            <a:off x="4152900" y="6705600"/>
            <a:ext cx="1358900" cy="13589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FDF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0"/>
            <a:ext cx="18288000" cy="10287000"/>
          </a:xfrm>
          <a:prstGeom prst="rect">
            <a:avLst/>
          </a:prstGeom>
        </p:spPr>
      </p:pic>
      <p:grpSp>
        <p:nvGrpSpPr>
          <p:cNvPr name="Group 3" id="3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-8128000" y="-4038600"/>
            <a:ext cx="34556700" cy="184658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508000" y="571500"/>
            <a:ext cx="17272000" cy="9232900"/>
          </a:xfrm>
          <a:prstGeom prst="rect">
            <a:avLst/>
          </a:prstGeom>
        </p:spPr>
      </p:pic>
      <p:grpSp>
        <p:nvGrpSpPr>
          <p:cNvPr name="Group 6" id="6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7" id="7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-7518400" y="-2540000"/>
            <a:ext cx="33337500" cy="161417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812800" y="1485900"/>
            <a:ext cx="16662400" cy="8064500"/>
          </a:xfrm>
          <a:prstGeom prst="rect">
            <a:avLst/>
          </a:prstGeom>
        </p:spPr>
      </p:pic>
      <p:grpSp>
        <p:nvGrpSpPr>
          <p:cNvPr name="Group 9" id="9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0" id="10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787400" y="787400"/>
            <a:ext cx="660400" cy="6604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952500" y="965200"/>
            <a:ext cx="330200" cy="330200"/>
          </a:xfrm>
          <a:prstGeom prst="rect">
            <a:avLst/>
          </a:prstGeom>
        </p:spPr>
      </p:pic>
      <p:grpSp>
        <p:nvGrpSpPr>
          <p:cNvPr name="Group 12" id="12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3" id="13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6840200" y="787400"/>
            <a:ext cx="660400" cy="6604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7005300" y="965200"/>
            <a:ext cx="330200" cy="3302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6845300" y="2082800"/>
            <a:ext cx="622300" cy="6223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6959600" y="2209800"/>
            <a:ext cx="444500" cy="444500"/>
          </a:xfrm>
          <a:prstGeom prst="rect">
            <a:avLst/>
          </a:prstGeom>
        </p:spPr>
      </p:pic>
      <p:pic>
        <p:nvPicPr>
          <p:cNvPr name="Picture 17" id="17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2044700" y="2959100"/>
            <a:ext cx="14325600" cy="6324600"/>
          </a:xfrm>
          <a:prstGeom prst="rect">
            <a:avLst/>
          </a:prstGeom>
        </p:spPr>
      </p:pic>
      <p:pic>
        <p:nvPicPr>
          <p:cNvPr name="Picture 18" id="18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7556500" y="1676400"/>
            <a:ext cx="3810000" cy="3035300"/>
          </a:xfrm>
          <a:prstGeom prst="rect">
            <a:avLst/>
          </a:prstGeom>
        </p:spPr>
      </p:pic>
      <p:pic>
        <p:nvPicPr>
          <p:cNvPr name="Picture 19" id="19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-3594100" y="2933700"/>
            <a:ext cx="21767800" cy="6553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